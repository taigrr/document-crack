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C6E9A5-2CCF-4822-AD97-AFB3399EFE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CB1071-746D-4AAA-BBE2-60CDF14617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://example.com/" TargetMode="External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buNone/>
              <a:def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b="0" lang="en-US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buNone/>
              <a:def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b="0" lang="en-US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buNone/>
              <a:def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D2CEB7F-F580-4DC8-B4A9-7CE5FF7A294C}" type="slidenum">
              <a:rPr b="0" lang="en-US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b="0" lang="en-US" sz="14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lnSpcReduction="9999"/>
          </a:bodyPr>
          <a:p>
            <a:pPr indent="0">
              <a:buNone/>
            </a:pPr>
            <a:r>
              <a:rPr b="0" lang="en-US" sz="6000" strike="noStrike" u="none">
                <a:solidFill>
                  <a:srgbClr val="04617b"/>
                </a:solidFill>
                <a:effectLst/>
                <a:uFillTx/>
                <a:latin typeface=""/>
              </a:rPr>
              <a:t>This is a word document.</a:t>
            </a:r>
            <a:br>
              <a:rPr sz="6000"/>
            </a:br>
            <a:br>
              <a:rPr sz="6000"/>
            </a:br>
            <a:r>
              <a:rPr b="0" lang="en-US" sz="6000" strike="noStrike" u="none">
                <a:solidFill>
                  <a:srgbClr val="04617b"/>
                </a:solidFill>
                <a:effectLst/>
                <a:uFillTx/>
                <a:latin typeface=""/>
              </a:rPr>
              <a:t>This is a </a:t>
            </a:r>
            <a:r>
              <a:rPr b="0" lang="en-US" sz="6000" strike="noStrike" u="sng">
                <a:solidFill>
                  <a:srgbClr val="000080"/>
                </a:solidFill>
                <a:effectLst/>
                <a:uFillTx/>
                <a:latin typeface=""/>
                <a:hlinkClick r:id="rId2"/>
              </a:rPr>
              <a:t>link</a:t>
            </a:r>
            <a:r>
              <a:rPr b="0" lang="en-US" sz="6000" strike="noStrike" u="none">
                <a:solidFill>
                  <a:srgbClr val="04617b"/>
                </a:solidFill>
                <a:effectLst/>
                <a:uFillTx/>
                <a:latin typeface=""/>
              </a:rPr>
              <a:t>.</a:t>
            </a:r>
            <a:endParaRPr b="0" lang="en-US" sz="6000" strike="noStrike" u="none">
              <a:solidFill>
                <a:srgbClr val="04617b"/>
              </a:solidFill>
              <a:effectLst/>
              <a:uFillTx/>
              <a:latin typeface="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US" sz="2100" strike="noStrike" u="non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lvl="1" marL="432000" indent="-216000">
              <a:spcAft>
                <a:spcPts val="8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5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2" marL="648000" indent="-216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3" marL="864000" indent="-216000">
              <a:spcAft>
                <a:spcPts val="42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4" marL="108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5" marL="1296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lvl="6" marL="151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example.com/" TargetMode="External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lnSpcReduction="9999"/>
          </a:bodyPr>
          <a:p>
            <a:pPr indent="0">
              <a:buNone/>
            </a:pPr>
            <a:r>
              <a:rPr b="0" lang="en-US" sz="6000" strike="noStrike" u="none">
                <a:solidFill>
                  <a:srgbClr val="04617b"/>
                </a:solidFill>
                <a:effectLst/>
                <a:uFillTx/>
                <a:latin typeface=""/>
              </a:rPr>
              <a:t>This is a pptx document.</a:t>
            </a:r>
            <a:br>
              <a:rPr sz="6000"/>
            </a:br>
            <a:br>
              <a:rPr sz="6000"/>
            </a:br>
            <a:r>
              <a:rPr b="0" lang="en-US" sz="6000" strike="noStrike" u="none">
                <a:solidFill>
                  <a:srgbClr val="04617b"/>
                </a:solidFill>
                <a:effectLst/>
                <a:uFillTx/>
                <a:latin typeface=""/>
              </a:rPr>
              <a:t>This is a </a:t>
            </a:r>
            <a:r>
              <a:rPr b="0" lang="en-US" sz="6000" strike="noStrike" u="sng">
                <a:solidFill>
                  <a:srgbClr val="000080"/>
                </a:solidFill>
                <a:effectLst/>
                <a:uFillTx/>
                <a:latin typeface=""/>
                <a:hlinkClick r:id="rId1"/>
              </a:rPr>
              <a:t>link</a:t>
            </a:r>
            <a:r>
              <a:rPr b="0" lang="en-US" sz="6000" strike="noStrike" u="none">
                <a:solidFill>
                  <a:srgbClr val="04617b"/>
                </a:solidFill>
                <a:effectLst/>
                <a:uFillTx/>
                <a:latin typeface=""/>
              </a:rPr>
              <a:t>.</a:t>
            </a:r>
            <a:endParaRPr b="0" lang="en-US" sz="6000" strike="noStrike" u="none">
              <a:solidFill>
                <a:srgbClr val="04617b"/>
              </a:solidFill>
              <a:effectLst/>
              <a:uFillTx/>
              <a:latin typeface="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LibreOffice/25.2.0.3$Linux_X86_64 LibreOffice_project/e1cf4a87eb02d755bce1a01209907ea5ddc8f069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2025-02-04T20:57:16Z</dcterms:created>
  <dc:creator/>
  <dc:description>This work is licensed under a Creative Commons 0 License.
It makes use of the works of fsanchez.</dc:description>
  <dc:language>en-US</dc:language>
  <cp:lastModifiedBy/>
  <dcterms:modified xsi:type="dcterms:W3CDTF">2025-02-04T20:59:19Z</dcterms:modified>
  <cp:revision>5</cp:revision>
  <dc:subject/>
  <dc:title>Vivid</dc:title>
</cp:coreProperties>
</file>